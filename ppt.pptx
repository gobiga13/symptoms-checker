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F490-2E93-7137-FB1B-DB2ABF427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2EDB8-D717-7616-3905-E907DB222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5139D-E5F6-79C0-4738-41CC700C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F05B8-0664-D9E5-B428-04D822E5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2CD16-C4B3-C823-E125-C7D220B4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96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C034-F436-9966-6060-51841323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2888D-955B-D55D-D757-248CFDECF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75B98-480F-7884-4120-29AE8B93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4A6F2-47CF-BBFB-7629-97B8423E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CF7D4-0971-0893-98A2-62E0A2C0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0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64CB7-0644-9409-5274-826D2400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5151E-40C6-CAB3-5EEC-103C54903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4946B-3ACA-5601-A93E-088F0DCC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E14D-DBDD-9BB4-82A3-4D4D01DE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66230-D8B9-29EA-743D-980346BE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08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9C24-9379-32A0-DA2A-D6FA91C1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B54E0-8D9E-B113-AB37-A67473A59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4EBDD-3D32-9513-E375-9F4F1E7F9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FAAE6-CDF9-6BEF-E8F6-63B251F7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3C0F2-B203-FB92-100E-4773E216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4D4AE-2026-32AF-E619-11DFAE16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38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5672-28BE-7945-D872-190F82C4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05F4E-0516-22DE-5610-978747D5B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C22C7-BB94-A583-D81C-A7187BC53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E3CE5-6C52-D989-ACF7-3457156BD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96D3F-BF60-F04B-8F78-69250DA1E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6D307-9B5D-B822-EA74-D92FDE408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C3F21-E3B0-9118-ED74-86C5C2F4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45FE09-6DA6-7FA8-872E-1AE19CD1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18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7FB7-9EDB-6190-2E48-C5E953F0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60A08-82B0-1AD6-6CC1-860CA0A0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5B11C-5270-E110-C928-99BA9C37D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92369-83E4-60D9-3859-A0421956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5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9A975-3A07-D9ED-AEC3-3F149596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FDBE8-D971-75F4-C220-009BC1FA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CB2D7-0567-DBC8-4C0C-6CC2D14E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37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952ED-14E3-4330-3209-CA657056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4845-1D3F-D0E5-EA67-C3DF85EC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36F01-AD16-E8CC-3598-7B3A3F60B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44C34-C24B-9A7E-9298-8FCB581D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767C9-92E7-541A-FDA5-BAFF92F5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00B41-61F4-DB9E-828F-75A40C7E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3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594-9C61-0A31-C6A2-8877EC1C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720D7-C04F-74C8-CD9F-D5D109703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0F73C-3B5A-246A-28D4-D76B6DAB7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378DB-933D-FE46-3721-3E70108B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0F2B3-354F-73B3-B2B5-401471BB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393BC-A6A7-8188-1C24-8859BF0E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80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08F1-8AD5-35C3-C839-3CD9A007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8BD17-344C-A876-F2A9-D758B964B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2B4BF-65DA-DD3A-3CF6-F2F39859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01CF0-1EC0-6175-8B85-9A6ECBA1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05855-4E4A-CE95-3658-4F23932D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81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3F3B9-73B2-9960-0588-F0A1E1AB6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314A9-329C-C68C-A1F4-0C74AA28D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1BC4C-F1C0-E708-E5F7-442C335B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DA70-4DF8-B247-D9FE-6F10D2DE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8BFC5-72AB-512E-6920-0F20E6AA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03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790CA-BB59-BC08-CFB4-F5A61151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7BB39-E008-03A4-4176-225D1D7AD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3BB02-18DD-7EF0-5ED3-0D2BB4F05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12C7C-F2EF-4ABB-8B98-FE23C464E2C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FD1F0-5D9B-2C50-3C78-B70C3030A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550A3-41A2-7ACE-7FF4-FDBFB17E1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4FA8F-8CC1-4E9C-93A2-19C7D4F9C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51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517" y="762878"/>
            <a:ext cx="9820089" cy="2473960"/>
          </a:xfrm>
        </p:spPr>
        <p:txBody>
          <a:bodyPr>
            <a:normAutofit/>
          </a:bodyPr>
          <a:lstStyle/>
          <a:p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Title:Online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Health Symptoms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4599157"/>
            <a:ext cx="4846319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Presented by:</a:t>
            </a:r>
          </a:p>
          <a:p>
            <a:pPr algn="l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Gobiga K   </a:t>
            </a:r>
          </a:p>
          <a:p>
            <a:pPr algn="l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III/V – C</a:t>
            </a:r>
          </a:p>
          <a:p>
            <a:pPr algn="l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Department of Information Technology</a:t>
            </a:r>
          </a:p>
        </p:txBody>
      </p:sp>
      <p:pic>
        <p:nvPicPr>
          <p:cNvPr id="5" name="image3.jpeg">
            <a:extLst>
              <a:ext uri="{FF2B5EF4-FFF2-40B4-BE49-F238E27FC236}">
                <a16:creationId xmlns:a16="http://schemas.microsoft.com/office/drawing/2014/main" id="{DC61F748-984E-CCC9-3FD4-A124EDEEC8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70632" y="420201"/>
            <a:ext cx="6556660" cy="145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A2D7-3215-7D4C-66C3-8450FEFB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Introduction &amp;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16174-46D8-060B-A9F8-D4CD16223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a Health Symptoms Checker?</a:t>
            </a:r>
          </a:p>
          <a:p>
            <a:pPr marL="0" indent="0">
              <a:buNone/>
            </a:pPr>
            <a:r>
              <a:rPr lang="en-US" dirty="0"/>
              <a:t>A digital tool that helps users input symptoms and receive probable health </a:t>
            </a:r>
            <a:r>
              <a:rPr lang="en-US" dirty="0" err="1"/>
              <a:t>conditions.Mimics</a:t>
            </a:r>
            <a:r>
              <a:rPr lang="en-US" dirty="0"/>
              <a:t> the initial diagnostic questioning of doctors.</a:t>
            </a:r>
          </a:p>
          <a:p>
            <a:pPr marL="0" indent="0">
              <a:buNone/>
            </a:pPr>
            <a:r>
              <a:rPr lang="en-US" dirty="0"/>
              <a:t>Why AI?</a:t>
            </a:r>
          </a:p>
          <a:p>
            <a:pPr marL="0" indent="0">
              <a:buNone/>
            </a:pPr>
            <a:r>
              <a:rPr lang="en-US" dirty="0"/>
              <a:t>AI can learn from data to make more accurate </a:t>
            </a:r>
            <a:r>
              <a:rPr lang="en-US" dirty="0" err="1"/>
              <a:t>predictions.Offers</a:t>
            </a:r>
            <a:r>
              <a:rPr lang="en-US" dirty="0"/>
              <a:t> 24/7 accessibility without human limitations.</a:t>
            </a:r>
          </a:p>
          <a:p>
            <a:pPr marL="0" indent="0">
              <a:buNone/>
            </a:pPr>
            <a:r>
              <a:rPr lang="en-US" dirty="0"/>
              <a:t>Goal of the </a:t>
            </a:r>
            <a:r>
              <a:rPr lang="en-US" dirty="0" err="1"/>
              <a:t>Project:To</a:t>
            </a:r>
            <a:r>
              <a:rPr lang="en-US" dirty="0"/>
              <a:t> develop a web application where users can enter symptoms and get AI-based health suggestions quickly and privately.</a:t>
            </a:r>
          </a:p>
        </p:txBody>
      </p:sp>
    </p:spTree>
    <p:extLst>
      <p:ext uri="{BB962C8B-B14F-4D97-AF65-F5344CB8AC3E}">
        <p14:creationId xmlns:p14="http://schemas.microsoft.com/office/powerpoint/2010/main" val="714454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8B2F3-B636-CD43-8FB9-B7B8B404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4754D-AB54-A044-6EE8-F0F5B667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Challenges in Traditional Health Assessment:</a:t>
            </a:r>
          </a:p>
          <a:p>
            <a:pPr marL="0" indent="0">
              <a:buNone/>
            </a:pPr>
            <a:r>
              <a:rPr lang="en-US" dirty="0"/>
              <a:t>Long wait times in hospitals for basic </a:t>
            </a:r>
            <a:r>
              <a:rPr lang="en-US" dirty="0" err="1"/>
              <a:t>consultations.Lack</a:t>
            </a:r>
            <a:r>
              <a:rPr lang="en-US" dirty="0"/>
              <a:t> of accessibility in rural or remote </a:t>
            </a:r>
            <a:r>
              <a:rPr lang="en-US" dirty="0" err="1"/>
              <a:t>areas.Hesitation</a:t>
            </a:r>
            <a:r>
              <a:rPr lang="en-US" dirty="0"/>
              <a:t> in discussing health issues with doctors.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Our Solution:</a:t>
            </a:r>
          </a:p>
          <a:p>
            <a:pPr marL="0" indent="0">
              <a:buNone/>
            </a:pPr>
            <a:r>
              <a:rPr lang="en-US" dirty="0"/>
              <a:t>A platform that empowers users with quick, intelligent </a:t>
            </a:r>
            <a:r>
              <a:rPr lang="en-US" dirty="0" err="1"/>
              <a:t>suggestions.Promotes</a:t>
            </a:r>
            <a:r>
              <a:rPr lang="en-US" dirty="0"/>
              <a:t> self-awareness and helps decide whether to consult a doctor.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675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4F3C1-0ACA-1399-740F-2BD44D87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53C3-3677-2B6E-E157-14195F3D9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build a user-friendly web interface for symptom input.</a:t>
            </a:r>
          </a:p>
          <a:p>
            <a:r>
              <a:rPr lang="en-US" dirty="0"/>
              <a:t>To use AI models to map symptoms to potential illnesses.</a:t>
            </a:r>
          </a:p>
          <a:p>
            <a:r>
              <a:rPr lang="en-US" dirty="0"/>
              <a:t>To educate users with additional health tips and precautions.</a:t>
            </a:r>
          </a:p>
          <a:p>
            <a:r>
              <a:rPr lang="en-US" dirty="0"/>
              <a:t>To ensure privacy and confidentiality of user data.</a:t>
            </a:r>
          </a:p>
          <a:p>
            <a:r>
              <a:rPr lang="en-US" dirty="0"/>
              <a:t>To integrate a database of symptoms, diseases, and recommendations.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780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B276-96F0-74C9-7915-6A8ECB49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Hardware &amp; 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DD4CB-091B-286C-4CCF-91E82E574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Hardware </a:t>
            </a:r>
            <a:r>
              <a:rPr lang="en-IN" dirty="0" err="1"/>
              <a:t>Requirements:Standard</a:t>
            </a:r>
            <a:r>
              <a:rPr lang="en-IN" dirty="0"/>
              <a:t> laptop/PC with minimum 4GB </a:t>
            </a:r>
            <a:r>
              <a:rPr lang="en-IN" dirty="0" err="1"/>
              <a:t>RAMInternet</a:t>
            </a:r>
            <a:r>
              <a:rPr lang="en-IN" dirty="0"/>
              <a:t> connectivity for web and database </a:t>
            </a:r>
            <a:r>
              <a:rPr lang="en-IN" dirty="0" err="1"/>
              <a:t>accessOptional</a:t>
            </a:r>
            <a:r>
              <a:rPr lang="en-IN" dirty="0"/>
              <a:t>: GPU support for faster model training</a:t>
            </a:r>
          </a:p>
          <a:p>
            <a:r>
              <a:rPr lang="en-IN" dirty="0"/>
              <a:t>Software Requirements:</a:t>
            </a:r>
          </a:p>
          <a:p>
            <a:pPr marL="0" indent="0">
              <a:buNone/>
            </a:pPr>
            <a:r>
              <a:rPr lang="en-IN" dirty="0" err="1"/>
              <a:t>Frontend:HTML</a:t>
            </a:r>
            <a:r>
              <a:rPr lang="en-IN" dirty="0"/>
              <a:t>/CSS: Structure &amp; design</a:t>
            </a:r>
          </a:p>
          <a:p>
            <a:pPr marL="0" indent="0">
              <a:buNone/>
            </a:pPr>
            <a:r>
              <a:rPr lang="en-IN" dirty="0"/>
              <a:t>JavaScript: Event handling, input validation</a:t>
            </a:r>
          </a:p>
          <a:p>
            <a:pPr marL="0" indent="0">
              <a:buNone/>
            </a:pPr>
            <a:r>
              <a:rPr lang="en-IN" dirty="0" err="1"/>
              <a:t>Backend:Flask</a:t>
            </a:r>
            <a:r>
              <a:rPr lang="en-IN" dirty="0"/>
              <a:t> (Python): Handles routes, API, model </a:t>
            </a:r>
            <a:r>
              <a:rPr lang="en-IN" dirty="0" err="1"/>
              <a:t>inferenceScikit</a:t>
            </a:r>
            <a:r>
              <a:rPr lang="en-IN" dirty="0"/>
              <a:t>-learn / TensorFlow: Machine learning </a:t>
            </a:r>
            <a:r>
              <a:rPr lang="en-IN" dirty="0" err="1"/>
              <a:t>algorithmsDatabase:SQLite</a:t>
            </a:r>
            <a:r>
              <a:rPr lang="en-IN" dirty="0"/>
              <a:t> (for local testing) or MongoDB (for scalable storage)</a:t>
            </a:r>
          </a:p>
        </p:txBody>
      </p:sp>
    </p:spTree>
    <p:extLst>
      <p:ext uri="{BB962C8B-B14F-4D97-AF65-F5344CB8AC3E}">
        <p14:creationId xmlns:p14="http://schemas.microsoft.com/office/powerpoint/2010/main" val="191440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E6E29-FEAD-9CF4-A517-CD78759D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6874-676B-1DBD-85BA-A37A91A08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Components </a:t>
            </a:r>
            <a:r>
              <a:rPr lang="en-IN" dirty="0" err="1"/>
              <a:t>Overview:Frontend</a:t>
            </a:r>
            <a:r>
              <a:rPr lang="en-IN" dirty="0"/>
              <a:t>: User interface (HTML, CSS, JS)Backend: Flask handles routing, prediction </a:t>
            </a:r>
            <a:r>
              <a:rPr lang="en-IN" dirty="0" err="1"/>
              <a:t>logicAI</a:t>
            </a:r>
            <a:r>
              <a:rPr lang="en-IN" dirty="0"/>
              <a:t> Engine: Trained ML model for </a:t>
            </a:r>
            <a:r>
              <a:rPr lang="en-IN" dirty="0" err="1"/>
              <a:t>classificationDatabase</a:t>
            </a:r>
            <a:r>
              <a:rPr lang="en-IN" dirty="0"/>
              <a:t>: Stores symptoms, diseases, </a:t>
            </a:r>
            <a:r>
              <a:rPr lang="en-IN" dirty="0" err="1"/>
              <a:t>mappingsDeployment</a:t>
            </a:r>
            <a:r>
              <a:rPr lang="en-IN" dirty="0"/>
              <a:t>: Cloud platform for </a:t>
            </a:r>
            <a:r>
              <a:rPr lang="en-IN" dirty="0" err="1"/>
              <a:t>accessibilityWorkflow</a:t>
            </a:r>
            <a:r>
              <a:rPr lang="en-IN" dirty="0"/>
              <a:t> </a:t>
            </a:r>
            <a:r>
              <a:rPr lang="en-IN" dirty="0" err="1"/>
              <a:t>Diagram:User</a:t>
            </a:r>
            <a:r>
              <a:rPr lang="en-IN" dirty="0"/>
              <a:t> → Web Form → Flask API → AI Engine → Suggestion Engine → Output + </a:t>
            </a:r>
            <a:r>
              <a:rPr lang="en-IN" dirty="0" err="1"/>
              <a:t>TipsSecurity</a:t>
            </a:r>
            <a:r>
              <a:rPr lang="en-IN" dirty="0"/>
              <a:t> </a:t>
            </a:r>
            <a:r>
              <a:rPr lang="en-IN" dirty="0" err="1"/>
              <a:t>Note:All</a:t>
            </a:r>
            <a:r>
              <a:rPr lang="en-IN" dirty="0"/>
              <a:t> user data is anonymized and processed securely.</a:t>
            </a:r>
          </a:p>
        </p:txBody>
      </p:sp>
    </p:spTree>
    <p:extLst>
      <p:ext uri="{BB962C8B-B14F-4D97-AF65-F5344CB8AC3E}">
        <p14:creationId xmlns:p14="http://schemas.microsoft.com/office/powerpoint/2010/main" val="288595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65D3-5785-C6C6-9413-919F4F38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Workflow and AI suggestion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1086-F31A-20EE-2EC1-801DBF40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Dataset </a:t>
            </a:r>
            <a:r>
              <a:rPr lang="en-IN" dirty="0" err="1"/>
              <a:t>Details:Based</a:t>
            </a:r>
            <a:r>
              <a:rPr lang="en-IN" dirty="0"/>
              <a:t> on open-source health datasets (e.g., Kaggle, WHO sources)Inputs: Symptoms (fever, cough, fatigue, etc.)Output: Predicted disease(s)AI Techniques </a:t>
            </a:r>
            <a:r>
              <a:rPr lang="en-IN" dirty="0" err="1"/>
              <a:t>Used:Preprocessing</a:t>
            </a:r>
            <a:r>
              <a:rPr lang="en-IN" dirty="0"/>
              <a:t>: One-hot encoding, cleaning </a:t>
            </a:r>
            <a:r>
              <a:rPr lang="en-IN" dirty="0" err="1"/>
              <a:t>nullsModels:Decision</a:t>
            </a:r>
            <a:r>
              <a:rPr lang="en-IN" dirty="0"/>
              <a:t> </a:t>
            </a:r>
            <a:r>
              <a:rPr lang="en-IN" dirty="0" err="1"/>
              <a:t>TreeNaive</a:t>
            </a:r>
            <a:r>
              <a:rPr lang="en-IN" dirty="0"/>
              <a:t> </a:t>
            </a:r>
            <a:r>
              <a:rPr lang="en-IN" dirty="0" err="1"/>
              <a:t>BayesRandom</a:t>
            </a:r>
            <a:r>
              <a:rPr lang="en-IN" dirty="0"/>
              <a:t> Forest (chosen for best performance)</a:t>
            </a:r>
            <a:r>
              <a:rPr lang="en-IN" dirty="0" err="1"/>
              <a:t>Performance:Accuracy</a:t>
            </a:r>
            <a:r>
              <a:rPr lang="en-IN" dirty="0"/>
              <a:t>: ~90% on test </a:t>
            </a:r>
            <a:r>
              <a:rPr lang="en-IN" dirty="0" err="1"/>
              <a:t>setOutput</a:t>
            </a:r>
            <a:r>
              <a:rPr lang="en-IN" dirty="0"/>
              <a:t>: Top 3 probable illnesses ranked by confidence---</a:t>
            </a:r>
          </a:p>
          <a:p>
            <a:r>
              <a:rPr lang="en-US" dirty="0"/>
              <a:t>1. User opens website and selects symptoms from a dropdown or multiselect.2. Flask backend processes data and invokes AI model.3. AI model returns top 3 disease predictions with confidence scores.4. User </a:t>
            </a:r>
            <a:r>
              <a:rPr lang="en-US" dirty="0" err="1"/>
              <a:t>gets:Disease</a:t>
            </a:r>
            <a:r>
              <a:rPr lang="en-US" dirty="0"/>
              <a:t> </a:t>
            </a:r>
            <a:r>
              <a:rPr lang="en-US" dirty="0" err="1"/>
              <a:t>possibilitiesHealth</a:t>
            </a:r>
            <a:r>
              <a:rPr lang="en-US" dirty="0"/>
              <a:t> tips and </a:t>
            </a:r>
            <a:r>
              <a:rPr lang="en-US" dirty="0" err="1"/>
              <a:t>recommendationsAdvice</a:t>
            </a:r>
            <a:r>
              <a:rPr lang="en-US" dirty="0"/>
              <a:t> on whether to see a doctor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14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DD0D-7B94-08E8-AED9-96C79E80E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Additional Optional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92E6E-A37C-3249-528D-70D71695A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1. Symptom History </a:t>
            </a:r>
            <a:r>
              <a:rPr lang="en-US" dirty="0" err="1"/>
              <a:t>TrackingLogged</a:t>
            </a:r>
            <a:r>
              <a:rPr lang="en-US" dirty="0"/>
              <a:t>-in users can maintain a history of symptoms and predictions over time.2. Chatbot </a:t>
            </a:r>
            <a:r>
              <a:rPr lang="en-US" dirty="0" err="1"/>
              <a:t>AssistantBuilt</a:t>
            </a:r>
            <a:r>
              <a:rPr lang="en-US" dirty="0"/>
              <a:t>-in AI chatbot for common health-related FAQs and symptom guidance.3. Multilingual </a:t>
            </a:r>
            <a:r>
              <a:rPr lang="en-US" dirty="0" err="1"/>
              <a:t>SupportInterface</a:t>
            </a:r>
            <a:r>
              <a:rPr lang="en-US" dirty="0"/>
              <a:t> available in regional languages (e.g., Tamil, Hindi, etc.) for wider accessibility.4. Voice-Based Symptom </a:t>
            </a:r>
            <a:r>
              <a:rPr lang="en-US" dirty="0" err="1"/>
              <a:t>InputAllow</a:t>
            </a:r>
            <a:r>
              <a:rPr lang="en-US" dirty="0"/>
              <a:t> users to speak symptoms using speech-to-text technology for easier access.5. Integration with Wearable </a:t>
            </a:r>
            <a:r>
              <a:rPr lang="en-US" dirty="0" err="1"/>
              <a:t>DevicesCollect</a:t>
            </a:r>
            <a:r>
              <a:rPr lang="en-US" dirty="0"/>
              <a:t> real-time vitals like heart rate, temperature for smarter predictions.</a:t>
            </a:r>
          </a:p>
          <a:p>
            <a:r>
              <a:rPr lang="en-US" dirty="0"/>
              <a:t>6. Severity-Based </a:t>
            </a:r>
            <a:r>
              <a:rPr lang="en-US" dirty="0" err="1"/>
              <a:t>TriageClassify</a:t>
            </a:r>
            <a:r>
              <a:rPr lang="en-US" dirty="0"/>
              <a:t> prediction severity: Emergency, Urgent, Non-Urgent.7. Telemedicine </a:t>
            </a:r>
            <a:r>
              <a:rPr lang="en-US" dirty="0" err="1"/>
              <a:t>IntegrationConnect</a:t>
            </a:r>
            <a:r>
              <a:rPr lang="en-US" dirty="0"/>
              <a:t> users directly to doctors if high-risk symptoms are detected.8. Push </a:t>
            </a:r>
            <a:r>
              <a:rPr lang="en-US" dirty="0" err="1"/>
              <a:t>NotificationsReminders</a:t>
            </a:r>
            <a:r>
              <a:rPr lang="en-US" dirty="0"/>
              <a:t> for checkups, symptom tracking, and health tips.9. Downloadable Health </a:t>
            </a:r>
            <a:r>
              <a:rPr lang="en-US" dirty="0" err="1"/>
              <a:t>ReportGenerate</a:t>
            </a:r>
            <a:r>
              <a:rPr lang="en-US" dirty="0"/>
              <a:t> PDF reports based on predictions and user history.10. AI Confidence </a:t>
            </a:r>
            <a:r>
              <a:rPr lang="en-US" dirty="0" err="1"/>
              <a:t>VisualizationShow</a:t>
            </a:r>
            <a:r>
              <a:rPr lang="en-US" dirty="0"/>
              <a:t> confidence scores with visual bars or pie charts for transparency.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86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65EE-9DDF-9EB6-0599-AB895DEF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3C65A-75A9-90A9-F742-20D364F18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24/7 Instant </a:t>
            </a:r>
            <a:r>
              <a:rPr lang="en-US" dirty="0" err="1"/>
              <a:t>AccessUsers</a:t>
            </a:r>
            <a:r>
              <a:rPr lang="en-US" dirty="0"/>
              <a:t> can assess health risks any time without </a:t>
            </a:r>
            <a:r>
              <a:rPr lang="en-US" dirty="0" err="1"/>
              <a:t>appointments.Reduces</a:t>
            </a:r>
            <a:r>
              <a:rPr lang="en-US" dirty="0"/>
              <a:t> Clinic </a:t>
            </a:r>
            <a:r>
              <a:rPr lang="en-US" dirty="0" err="1"/>
              <a:t>OverloadHelps</a:t>
            </a:r>
            <a:r>
              <a:rPr lang="en-US" dirty="0"/>
              <a:t> prioritize patients who actually need urgent </a:t>
            </a:r>
            <a:r>
              <a:rPr lang="en-US" dirty="0" err="1"/>
              <a:t>care.User</a:t>
            </a:r>
            <a:r>
              <a:rPr lang="en-US" dirty="0"/>
              <a:t>-Friendly </a:t>
            </a:r>
            <a:r>
              <a:rPr lang="en-US" dirty="0" err="1"/>
              <a:t>InterfaceDesigned</a:t>
            </a:r>
            <a:r>
              <a:rPr lang="en-US" dirty="0"/>
              <a:t> for non-technical and elderly </a:t>
            </a:r>
            <a:r>
              <a:rPr lang="en-US" dirty="0" err="1"/>
              <a:t>users.Privacy-CentricAnonymized</a:t>
            </a:r>
            <a:r>
              <a:rPr lang="en-US" dirty="0"/>
              <a:t> data usage to protect user </a:t>
            </a:r>
            <a:r>
              <a:rPr lang="en-US" dirty="0" err="1"/>
              <a:t>identity.Education-OrientedPromotes</a:t>
            </a:r>
            <a:r>
              <a:rPr lang="en-US" dirty="0"/>
              <a:t> awareness about disease symptoms and prevention </a:t>
            </a:r>
            <a:r>
              <a:rPr lang="en-US" dirty="0" err="1"/>
              <a:t>tips.Low</a:t>
            </a:r>
            <a:r>
              <a:rPr lang="en-US" dirty="0"/>
              <a:t>-Cost </a:t>
            </a:r>
            <a:r>
              <a:rPr lang="en-US" dirty="0" err="1"/>
              <a:t>DeploymentUseful</a:t>
            </a:r>
            <a:r>
              <a:rPr lang="en-US" dirty="0"/>
              <a:t> for NGOs and rural health </a:t>
            </a:r>
            <a:r>
              <a:rPr lang="en-US" dirty="0" err="1"/>
              <a:t>campaigns.Easily</a:t>
            </a:r>
            <a:r>
              <a:rPr lang="en-US" dirty="0"/>
              <a:t> </a:t>
            </a:r>
            <a:r>
              <a:rPr lang="en-US" dirty="0" err="1"/>
              <a:t>ScalableCloud</a:t>
            </a:r>
            <a:r>
              <a:rPr lang="en-US" dirty="0"/>
              <a:t> deployment allows handling thousands of users simultaneously.</a:t>
            </a:r>
          </a:p>
          <a:p>
            <a:r>
              <a:rPr lang="en-IN" dirty="0"/>
              <a:t>Not a Medical </a:t>
            </a:r>
            <a:r>
              <a:rPr lang="en-IN" dirty="0" err="1"/>
              <a:t>SubstituteCannot</a:t>
            </a:r>
            <a:r>
              <a:rPr lang="en-IN" dirty="0"/>
              <a:t> replace real clinical diagnosis or lab </a:t>
            </a:r>
            <a:r>
              <a:rPr lang="en-IN" dirty="0" err="1"/>
              <a:t>tests.Dataset</a:t>
            </a:r>
            <a:r>
              <a:rPr lang="en-IN" dirty="0"/>
              <a:t> </a:t>
            </a:r>
            <a:r>
              <a:rPr lang="en-IN" dirty="0" err="1"/>
              <a:t>BiasAI</a:t>
            </a:r>
            <a:r>
              <a:rPr lang="en-IN" dirty="0"/>
              <a:t> decisions may reflect limitations or biases present in training </a:t>
            </a:r>
            <a:r>
              <a:rPr lang="en-IN" dirty="0" err="1"/>
              <a:t>data.False</a:t>
            </a:r>
            <a:r>
              <a:rPr lang="en-IN" dirty="0"/>
              <a:t> Sense of </a:t>
            </a:r>
            <a:r>
              <a:rPr lang="en-IN" dirty="0" err="1"/>
              <a:t>SecurityUsers</a:t>
            </a:r>
            <a:r>
              <a:rPr lang="en-IN" dirty="0"/>
              <a:t> may avoid seeing a doctor based on app </a:t>
            </a:r>
            <a:r>
              <a:rPr lang="en-IN" dirty="0" err="1"/>
              <a:t>results.Limited</a:t>
            </a:r>
            <a:r>
              <a:rPr lang="en-IN" dirty="0"/>
              <a:t> Language </a:t>
            </a:r>
            <a:r>
              <a:rPr lang="en-IN" dirty="0" err="1"/>
              <a:t>UnderstandingFree</a:t>
            </a:r>
            <a:r>
              <a:rPr lang="en-IN" dirty="0"/>
              <a:t>-text symptom descriptions may be misinterpreted if not </a:t>
            </a:r>
            <a:r>
              <a:rPr lang="en-IN" dirty="0" err="1"/>
              <a:t>standardized.Internet</a:t>
            </a:r>
            <a:r>
              <a:rPr lang="en-IN" dirty="0"/>
              <a:t> </a:t>
            </a:r>
            <a:r>
              <a:rPr lang="en-IN" dirty="0" err="1"/>
              <a:t>DependencyWeb</a:t>
            </a:r>
            <a:r>
              <a:rPr lang="en-IN" dirty="0"/>
              <a:t> app requires stable internet for optimal </a:t>
            </a:r>
            <a:r>
              <a:rPr lang="en-IN" dirty="0" err="1"/>
              <a:t>performance.Legal</a:t>
            </a:r>
            <a:r>
              <a:rPr lang="en-IN" dirty="0"/>
              <a:t> &amp; Regulatory </a:t>
            </a:r>
            <a:r>
              <a:rPr lang="en-IN" dirty="0" err="1"/>
              <a:t>RisksRequires</a:t>
            </a:r>
            <a:r>
              <a:rPr lang="en-IN" dirty="0"/>
              <a:t> compliance with healthcare data laws (e.g., HIPAA, GDPR).</a:t>
            </a:r>
          </a:p>
        </p:txBody>
      </p:sp>
    </p:spTree>
    <p:extLst>
      <p:ext uri="{BB962C8B-B14F-4D97-AF65-F5344CB8AC3E}">
        <p14:creationId xmlns:p14="http://schemas.microsoft.com/office/powerpoint/2010/main" val="2844749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A0AB-F521-92E0-31B9-CF1CB567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2E14B-AFC2-2A54-D23D-A63A74FE4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Conclusion:This</a:t>
            </a:r>
            <a:r>
              <a:rPr lang="en-IN" dirty="0"/>
              <a:t> project demonstrates how AI can bridge healthcare </a:t>
            </a:r>
            <a:r>
              <a:rPr lang="en-IN" dirty="0" err="1"/>
              <a:t>gaps.It</a:t>
            </a:r>
            <a:r>
              <a:rPr lang="en-IN" dirty="0"/>
              <a:t> provides initial guidance and promotes health </a:t>
            </a:r>
            <a:r>
              <a:rPr lang="en-IN" dirty="0" err="1"/>
              <a:t>awareness.Ensures</a:t>
            </a:r>
            <a:r>
              <a:rPr lang="en-IN" dirty="0"/>
              <a:t> ease of use, accessibility, and </a:t>
            </a:r>
            <a:r>
              <a:rPr lang="en-IN" dirty="0" err="1"/>
              <a:t>anonymity.Future</a:t>
            </a:r>
            <a:r>
              <a:rPr lang="en-IN" dirty="0"/>
              <a:t> </a:t>
            </a:r>
            <a:r>
              <a:rPr lang="en-IN" dirty="0" err="1"/>
              <a:t>Scope:Voice</a:t>
            </a:r>
            <a:r>
              <a:rPr lang="en-IN" dirty="0"/>
              <a:t> input for hands-free symptom </a:t>
            </a:r>
            <a:r>
              <a:rPr lang="en-IN" dirty="0" err="1"/>
              <a:t>reportingMultilingual</a:t>
            </a:r>
            <a:r>
              <a:rPr lang="en-IN" dirty="0"/>
              <a:t> support (Tamil, Hindi, etc.)Integration with real-time teleconsultation </a:t>
            </a:r>
            <a:r>
              <a:rPr lang="en-IN" dirty="0" err="1"/>
              <a:t>platformsMobile</a:t>
            </a:r>
            <a:r>
              <a:rPr lang="en-IN" dirty="0"/>
              <a:t> app version for broader </a:t>
            </a:r>
            <a:r>
              <a:rPr lang="en-IN" dirty="0" err="1"/>
              <a:t>adoptionFeedback</a:t>
            </a:r>
            <a:r>
              <a:rPr lang="en-IN" dirty="0"/>
              <a:t> loop to improve model with user corrections</a:t>
            </a:r>
          </a:p>
        </p:txBody>
      </p:sp>
    </p:spTree>
    <p:extLst>
      <p:ext uri="{BB962C8B-B14F-4D97-AF65-F5344CB8AC3E}">
        <p14:creationId xmlns:p14="http://schemas.microsoft.com/office/powerpoint/2010/main" val="2317432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879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Title:Online Health Symptoms</vt:lpstr>
      <vt:lpstr>Introduction &amp; Goal</vt:lpstr>
      <vt:lpstr>Problem Statement</vt:lpstr>
      <vt:lpstr>Objectives</vt:lpstr>
      <vt:lpstr>Hardware &amp; Software Requirements</vt:lpstr>
      <vt:lpstr>System Architecture</vt:lpstr>
      <vt:lpstr>Workflow and AI suggestion</vt:lpstr>
      <vt:lpstr>Additional Optional Features</vt:lpstr>
      <vt:lpstr>Advantages and Limitations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Gobiga Kathiravan</dc:creator>
  <cp:lastModifiedBy>Gobiga Kathiravan</cp:lastModifiedBy>
  <cp:revision>2</cp:revision>
  <dcterms:created xsi:type="dcterms:W3CDTF">2025-06-26T14:09:03Z</dcterms:created>
  <dcterms:modified xsi:type="dcterms:W3CDTF">2025-11-01T13:37:15Z</dcterms:modified>
</cp:coreProperties>
</file>